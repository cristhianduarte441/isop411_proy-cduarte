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4D89E-8E2B-40CF-90D4-AF6D510764F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71B66-9D64-4F6C-8520-2E5169AE8D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651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Arriba a la izquierda se ve una captura con las pestañas de seguridad de la carpeta del usuario CDUARTE-UNO y los permisos que tiene, en la captura de abajo a la derecha se ve exactamente lo mismo pero con la del usuario CDUARTE-DOS.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71B66-9D64-4F6C-8520-2E5169AE8DE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161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la captura aparte de los dos usuarios con los permisos que se requerían se puede apreciar un tercer usuario llamado </a:t>
            </a:r>
            <a:r>
              <a:rPr lang="es-ES" dirty="0" err="1"/>
              <a:t>admin-cduarte</a:t>
            </a:r>
            <a:r>
              <a:rPr lang="es-ES" dirty="0"/>
              <a:t> con el cuál estoy operando y necesitaba introducirlo con permisos para poder realizar la operación.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71B66-9D64-4F6C-8520-2E5169AE8DE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047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 puede apreciar como en la captura se ve la partición FAT y en ella el .zip, además he añadido otra pestaña con el zip abierto para que se vea lo que lleva dentro.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71B66-9D64-4F6C-8520-2E5169AE8DE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8369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 visualizan claramente las líneas añadidas en el </a:t>
            </a:r>
            <a:r>
              <a:rPr lang="es-ES" dirty="0" err="1"/>
              <a:t>fstab</a:t>
            </a:r>
            <a:r>
              <a:rPr lang="es-ES" dirty="0"/>
              <a:t> y que la salida del comando </a:t>
            </a:r>
            <a:r>
              <a:rPr lang="es-ES" dirty="0" err="1"/>
              <a:t>mount</a:t>
            </a:r>
            <a:r>
              <a:rPr lang="es-ES" dirty="0"/>
              <a:t> muestra /</a:t>
            </a:r>
            <a:r>
              <a:rPr lang="es-ES" dirty="0" err="1"/>
              <a:t>dev</a:t>
            </a:r>
            <a:r>
              <a:rPr lang="es-ES" dirty="0"/>
              <a:t>/sdb2 como (</a:t>
            </a:r>
            <a:r>
              <a:rPr lang="es-ES" dirty="0" err="1"/>
              <a:t>rw</a:t>
            </a:r>
            <a:r>
              <a:rPr lang="es-ES" dirty="0"/>
              <a:t>,...) y /</a:t>
            </a:r>
            <a:r>
              <a:rPr lang="es-ES" dirty="0" err="1"/>
              <a:t>dev</a:t>
            </a:r>
            <a:r>
              <a:rPr lang="es-ES" dirty="0"/>
              <a:t>/sdb3 como (ro,...).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71B66-9D64-4F6C-8520-2E5169AE8DE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737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la primera se ve el cambio de propietario a CDUARTE-</a:t>
            </a:r>
            <a:r>
              <a:rPr lang="es-ES" dirty="0" err="1"/>
              <a:t>user</a:t>
            </a:r>
            <a:r>
              <a:rPr lang="es-ES" dirty="0"/>
              <a:t>, y en la segunda se ve la combinación de permisos </a:t>
            </a:r>
            <a:r>
              <a:rPr lang="es-ES" dirty="0" err="1"/>
              <a:t>rwxrwxr</a:t>
            </a:r>
            <a:r>
              <a:rPr lang="es-ES" dirty="0"/>
              <a:t>-x a la izquierda de las carpetas y archivos.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71B66-9D64-4F6C-8520-2E5169AE8DE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460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las dos primeras capturas se pueden apreciar los </a:t>
            </a:r>
            <a:r>
              <a:rPr lang="es-ES" dirty="0" err="1"/>
              <a:t>displays</a:t>
            </a:r>
            <a:r>
              <a:rPr lang="es-ES" dirty="0"/>
              <a:t> de los PV, VG y LV, en la tercera captura situada abajo a la izquierda se puede apreciar los listados de los ficheros.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71B66-9D64-4F6C-8520-2E5169AE8DE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691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DBC33-C674-8B77-C20C-338904FF6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481FBD-3F1F-8336-8507-532CFAAC1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1EBFE1-5825-2702-1958-1E8ADB1B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08EDEE-6A7F-3886-345A-93E923BF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A55B7-BABE-D62B-4B5F-1BC2447C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5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D7FAE-C861-6F9D-CC8C-2CEC2944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F876E2-5A3F-FB9A-E47A-7549BB31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1E26DA-4D48-9FDE-1FCC-81CD5E17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C7F0A7-6D4E-EBE7-0F9F-7EA16C327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178AF0-56EF-A38E-2E98-93AE67E8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379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C878F-E9A2-6B74-B3B3-B2BBE2E9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5EAA9F-7994-5DA2-09E5-220F3E705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DA22C4-90AD-D95E-0FBD-89DA1741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E7737E-6FA8-48B6-B439-0C31C77A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A21BD0-1A5F-2B13-ECB6-31C2F8DA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39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E1145-C9AC-8998-55B4-941C2FD6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EA687A-B637-5609-853A-33CE203AA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CE883A-976C-8A72-B18A-36D82A359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0C15C2-F4AE-2CC4-B07E-2C7FB7F7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DEA43-3AA3-ED47-C2CC-98E23505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0F6A72-A33C-8A7C-C85A-7EDE6E0A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63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51EED-60BF-AD70-DC17-2EA221D8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34E439-336D-8F58-35A5-47BCAA0BD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774D09-06A0-1735-5291-EE6E41658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42C7AB-E8BC-BE2B-6D3F-CBED39107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C910D6-1829-EED7-4A79-0A7C89038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7DEAF7E-24C0-E7A1-AD24-86B57877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CDFA38-5087-DFCC-C622-920B2538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64F018-3147-E614-73B1-4BC7AB13B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293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BC985-74B3-93FA-6FD0-F785524B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C4F27F-2C89-08A6-46A5-6253A282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4260E4-27F8-0154-6E04-F04522837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5F4A15-8A32-FE9B-5127-7D17E1DC4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949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364BBC-51CD-0DB0-6079-EFA8E0AC3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2E53D6-4219-B8C2-CB8C-A04B9A775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84D4E7-FC6E-B759-E5DE-2FC5C142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92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E47D1-9179-FD7F-75C2-8DC0C4B83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06968E-D81D-B317-EEFC-20DC9BB3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AEBD06-3C63-68CD-87D6-691B11159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2E22A8-1DC3-11E4-9957-9D25B65F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21C4DB-31D5-41F9-4F4D-01F7E51E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05EA6D-08D7-8C69-DB4D-E5468ADA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099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6903D-6317-F5FD-C0BA-B1E34AE1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03392C-64E5-5432-5433-F95DBF172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EA98B0-D5ED-E925-E7EC-315AA9EAC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75CD1D-564E-1982-E549-25737329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58E032-0761-3DE6-10C7-734164A1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25F674-FF5D-C6C3-C11C-DC59E0BF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480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3C22C-2382-594B-E554-CD18ACD1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807B8C-46BD-20BF-7985-889AC88E3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18DF07-ACB6-7704-CAF6-CE91F9DA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5D3A7A-381A-E2FF-FDD6-AD8E095A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936FE5-B2D3-B35C-71D7-907AC1A3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950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08CF47-BFC0-7A67-CA5C-A658F86DE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3191DB-8DC2-2022-B34D-6AD413017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8B6539-57D6-5800-1412-E0D74B89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E3B7AC-2D42-3317-5275-C81971924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7F998C-EE64-67F6-CECD-6E8BBF85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912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A3D34C-22B1-D04F-F4D2-56834681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F41BDA-046F-1DD4-383A-DBD63B804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0BE175-8230-A775-E2F5-7AD80F805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D3D49-CF55-4145-991A-7F0F351C719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DFEC51-5947-61F4-A0BD-10D5CF237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8532D-A28E-011F-0D48-6D0C294C5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5A619-790B-461D-A7C7-FA6275B40E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7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691B0E-F180-2EF2-3554-4C7530081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51" y="0"/>
            <a:ext cx="58040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1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9006CC2-1990-AEA9-D80C-D1E0EA246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157"/>
            <a:ext cx="6096000" cy="32108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3AD625-185E-BB50-FDC4-289C9B61E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252" y="3429000"/>
            <a:ext cx="6090748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6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6986680-B03B-D21B-15C3-0A2636595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868"/>
            <a:ext cx="12192000" cy="622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37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65A6EA5-7228-F917-35D5-4AF14EEF6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7457"/>
            <a:ext cx="12192000" cy="643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9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2F8908-1BE0-2151-44B8-3198F0A09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20"/>
            <a:ext cx="12192000" cy="65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8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5B7C82C-D52E-7271-A3A9-799E932D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423" y="0"/>
            <a:ext cx="5677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2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9C1FF2-3D1B-1A7B-FCEB-BCBE6EF2D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91" y="0"/>
            <a:ext cx="5706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9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0914D18-B209-5315-A007-6371E5ED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562"/>
            <a:ext cx="12192000" cy="306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4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69FDD06-0454-9296-6DB2-C2337DED0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7314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7488C0-4FA5-81B5-EB62-37E02F22E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4633"/>
            <a:ext cx="12192000" cy="327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1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4788064-3CDE-A710-7CB2-DA1B75C38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6096000" cy="22140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3CBAF67-534C-D9C6-25C0-FC9BDF874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705" y="1038650"/>
            <a:ext cx="6208295" cy="51115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C7EE84D-CE46-64E7-B507-D28976F00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74796"/>
            <a:ext cx="6096001" cy="188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67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F9E7BFF-FEC1-E815-912C-A0C40992F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547" y="2678447"/>
            <a:ext cx="11758863" cy="2387600"/>
          </a:xfrm>
        </p:spPr>
        <p:txBody>
          <a:bodyPr>
            <a:normAutofit fontScale="90000"/>
          </a:bodyPr>
          <a:lstStyle/>
          <a:p>
            <a:r>
              <a:rPr lang="es-ES" dirty="0"/>
              <a:t>https://github.com/CristhianDuarte441/ISOP411_PROY-CDUARTE/tree/main/Cristhian_Duarte</a:t>
            </a:r>
          </a:p>
        </p:txBody>
      </p:sp>
    </p:spTree>
    <p:extLst>
      <p:ext uri="{BB962C8B-B14F-4D97-AF65-F5344CB8AC3E}">
        <p14:creationId xmlns:p14="http://schemas.microsoft.com/office/powerpoint/2010/main" val="41398683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247</Words>
  <Application>Microsoft Office PowerPoint</Application>
  <PresentationFormat>Panorámica</PresentationFormat>
  <Paragraphs>13</Paragraphs>
  <Slides>11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https://github.com/CristhianDuarte441/ISOP411_PROY-CDUARTE/tree/main/Cristhian_Duarte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Cristhian Duarte Cifuentes</dc:creator>
  <cp:lastModifiedBy>Cristhian Duarte Cifuentes</cp:lastModifiedBy>
  <cp:revision>10</cp:revision>
  <dcterms:created xsi:type="dcterms:W3CDTF">2026-05-22T09:21:58Z</dcterms:created>
  <dcterms:modified xsi:type="dcterms:W3CDTF">2026-05-22T11:07:53Z</dcterms:modified>
</cp:coreProperties>
</file>